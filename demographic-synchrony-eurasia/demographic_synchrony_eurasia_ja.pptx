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完新世ユーラシアの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人口は連動していた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154,000件の放射性炭素年代 × スペクトル分解が明かすメカニズム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ArchEco 歴史生態学×考古学 研究室 | 2026年3月 | v3.0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ArchEco — 完新世ユーラシアの人口動態同期性 v3.0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概要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問い: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完新世の異なる地域の人口は連動して増減したか？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方法: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p3k14cの154,466件を7地域のSPDに変換。デトレンド相関+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6頑健性検定+スペクトル分解（周波数帯別の同期性分析）。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発見: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20/21ペアで有意な同期性（平均r=0.458）。6検定を通過。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スペクトル分解で周波数構造を解明: 百年スケール(r=0.42)が最も普遍的、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気候が効くべき500-1500年帯(r=0.06)はほぼゼロ。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結論: 人口は連動しているが、気候強制は周波数域で否定される。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同期性のメカニズムは未解明の重要な問い。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ArchEco — 完新世ユーラシアの人口動態同期性 v3.0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用語解説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SPD（Summed Probability Distribution）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放射性炭素年代の確率密度合計。年代密度≒人口の代理指標。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デトレンド（一次差分法）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隣接50年ステップの差を取り、長期トレンドを除去。百年変動を抽出。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バンドパスフィルタリング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異なる時間スケール（高周波100-500年、中周波500-1500年、低周波1500-5000年）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に分解し、どのスケールで同期性が存在するかを特定する手法。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IntCal20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放射性炭素→暦年の較正曲線。全地域共通のため偽同期の可能性あり。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タフォノミー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古い遺跡ほど保存されにくい = 時間とともに指数関数的にデータ減少。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Surovell et al. (2009)の補正を適用。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ArchEco — 完新世ユーラシアの人口動態同期性 v3.0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データ — 7地域・154,466件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41148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地域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年代数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特徴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英国+アイルランド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29,794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最多。SPD最も滑らか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西ヨーロッパ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18,052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仏・独・伊・西等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東ヨーロッパ+ギリシャ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6,893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新石器〜青銅器の中心地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スカンジナビア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9,870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5042"/>
                          </a:solidFill>
                        </a:rPr>
                        <a:t>農耕採用が遅い（異常値）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近東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5,161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最初の農耕発祥地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中国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4,065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独立した農耕起源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</a:rPr>
                        <a:t>日本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</a:rPr>
                        <a:t>1,433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最少→検出力制限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データソース: p3k14c (Bird et al. 2022) | 較正: IntCal20 | ビニング: 200年 | 解像度: 50年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ArchEco — 完新世ユーラシアの人口動態同期性 v3.0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結果 — 20/21ペアで有意な同期性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デトレンド後: 全21ペアが正の相関。平均r = 0.458。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最強: 西欧 × 中国 r=0.719（距離8,233km）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最弱: 英国 × 日本 r=0.138（唯一の非有意）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6つの頑健性検定: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Bartlett自己相関補正: 20/21有意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ブロックブートストラップ: 16/21（非日本ペア全通過）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Loessデトレンド: 19/21、r=0.338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タフォノミー補正: 18/21、r=0.419（わずか-0.038）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較正アーティファクト検定: 観測r=0.48 vs ヌルr≈0.00 (p&lt;0.001)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等Nサブサンプリング: r=0.307、全ペア正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新発見: スペクトル分解 — どの時間スケールで同期するか？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731520"/>
          <a:ext cx="73152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周波数帯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周期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平均r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全ペア正?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F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7BC62"/>
                          </a:solidFill>
                        </a:rPr>
                        <a:t>高周波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100-500年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7BC62"/>
                          </a:solidFill>
                        </a:rPr>
                        <a:t>0.420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7BC62"/>
                          </a:solidFill>
                        </a:rPr>
                        <a:t>21/21 ✓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</a:rPr>
                        <a:t>中周波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500-1500年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5042"/>
                          </a:solidFill>
                        </a:rPr>
                        <a:t>0.057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5042"/>
                          </a:solidFill>
                        </a:rPr>
                        <a:t>11/21 ✗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低周波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1500-5000年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0.095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12/21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274320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高周波（百年スケール）: 最も普遍的。全21ペアが正の相関。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中周波（500-1500年）: ほぼゼロ。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気候強制（Bond cycles等）が効くべきスケールで同期性が最弱。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気候不十分の「周波数域での偽証」。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低周波（ミレニアル）: ペア特異的。英国×中国 r=+0.956、東欧×北欧 r=-0.962。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文明発展の軌跡は地域ペアごとに異なる。普遍的ではない。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ArchEco — 完新世ユーラシアの人口動態同期性 v3.0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気候強制の周波数域偽証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もし気候が同期性の原因なら: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cycles (~1,500年)、世紀スケールの干ばつ → 500-1500年帯が最強のはず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実際の結果: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500-1500年帯の平均r = 0.057（ほぼゼロ）← 最弱の帯域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さらに: GISP2温度との相関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高周波: |r| ≈ 0.03（ゼロ）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中周波: |r| ≈ 0.12（弱い）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低周波: r ≈ -0.11（地域により正負混在）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結論: 気候は「効くべきスケールで効いていない」。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同期性のメカニズムは未解明の重要な科学的問い。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ArchEco — 完新世ユーラシアの人口動態同期性 v3.0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時間変動 — 後期青銅器時代に完新世最強の同期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ピーク: ~2,600-2,950 cal BP（後期青銅器時代/前期鉄器時代）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平均ペアワイズr = 0.82-0.84 — 完新世9,000年間で最強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・東地中海崩壊 ・西周衰退 ・骨壺墓地→ハルシュタット転換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汎ユーラシア的人口動態イベント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最低: ~7,250-7,600 cal BP（新石器化期間）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平均r = 0.06-0.07。農耕採用はローカルプロセス。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スカンジナビアの異常: 低周波で他の欧州と負の相関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東欧×北欧 r=-0.962 — 農耕採用の遅れが逆位相を生む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ArchEco — 完新世ユーラシアの人口動態同期性 v3.0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限界と今後の課題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高周波同期性の解釈（最重要課題）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百年スケールの普遍的同期は本物か、IntCal20アーティファクトか？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IntCal20のスペクトルは100-200年に集中 → 部分的重複あり。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地域別パラメトリックヌルモデルで検証が必要。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気候プロキシの限界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合成GISP2プロキシ使用。地域別古気候記録（スペレオセム等）が望ましい。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サンプルサイズ効果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等Nサブサンプリングでr=42%低下。絶対値はサンプル依存。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北半球のみ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SHCal使用地域を追加すれば較正アーティファクトの決定的検証可能。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バンドパス手法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移動平均差分は粗い。ウェーブレットコヒーレンスでより精密な分析が可能。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完新世ユーラシアの人口動態は連動（r=0.458、20/21有意）。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6つの頑健性検定を通過。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気候強制は周波数域で否定。500-1500年帯（気候が効くべきスケール）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で同期性はほぼゼロ（r=0.057）。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百年スケール（100-500年）が最も普遍的同期（r=0.420、全21ペア正）。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ミレニアル同期はペア特異的（r=-0.96〜+0.96）。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後期青銅器時代（~2,600-2,950 BP）に完新世最強の同期。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各地の「崩壊」は汎ユーラシア現象。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同期性のメカニズムは未解明。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「文明の崩壊と回復」をネットワークのシステムとして研究すべき。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6F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ご清聴ありがとうございました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データ: p3k14c (Bird et al. 2022, 154,466件) | 再現スクリプト: R (rcarbon)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ArchEco 歴史生態学×考古学 研究室 | v3.0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2026-03-29T09:09:13Z</dcterms:created>
  <dcterms:modified xsi:type="dcterms:W3CDTF">2026-03-29T09:09:13Z</dcterms:modified>
</cp:coreProperties>
</file>